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index is a trade. You are buying read speed with write speed and disk. The exam question is almost always about when that trade is worth making, not about how a B-tree works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B-tree is the default for a reason: it handles both equality and range predicates. Hash indexes only handle equality, which is why they are rarely worth 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index is a data structure that improves lookup speed</a:t>
            </a:r>
          </a:p>
          <a:p>
            <a:pPr lvl="1"/>
            <a:r>
              <a:t>Indexes cost storage and slow down writes</a:t>
            </a:r>
          </a:p>
          <a:p>
            <a:pPr lvl="1"/>
            <a:r>
              <a:t>The query planner decides whether to use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B-Tree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tree structure with logarithmic lookup</a:t>
            </a:r>
          </a:p>
          <a:p>
            <a:pPr lvl="1"/>
            <a:r>
              <a:t>Supports equality and range queries</a:t>
            </a:r>
          </a:p>
          <a:p>
            <a:pPr lvl="1"/>
            <a:r>
              <a:t>The default index type in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index on multiple columns in a defined order</a:t>
            </a:r>
          </a:p>
          <a:p>
            <a:pPr lvl="1"/>
            <a:r>
              <a:t>Column order determines which queries can use it</a:t>
            </a:r>
          </a:p>
          <a:p>
            <a:pPr lvl="1"/>
            <a:r>
              <a:t>Leftmost prefix rule applies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4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Range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B-Tree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